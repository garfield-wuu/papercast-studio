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"/>
  </p:notesMasterIdLst>
  <p:sldSz cx="12188825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75E"/>
    <a:srgbClr val="FFFF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9906" autoAdjust="0"/>
    <p:restoredTop sz="84732" autoAdjust="0"/>
  </p:normalViewPr>
  <p:slideViewPr>
    <p:cSldViewPr showGuides="1">
      <p:cViewPr varScale="1">
        <p:scale>
          <a:sx n="62" d="100"/>
          <a:sy n="62" d="100"/>
        </p:scale>
        <p:origin x="76" y="192"/>
      </p:cViewPr>
      <p:guideLst>
        <p:guide orient="horz" pos="2161"/>
        <p:guide pos="37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3184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5EAB1-25CC-4F72-A2FC-3BABBE5A9D3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8BA23-BD00-4857-B603-DD487FFC39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1pPr>
    <a:lvl2pPr marL="620108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2pPr>
    <a:lvl3pPr marL="1240215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3pPr>
    <a:lvl4pPr marL="1860323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4pPr>
    <a:lvl5pPr marL="2480431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5pPr>
    <a:lvl6pPr marL="3100538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6pPr>
    <a:lvl7pPr marL="3720646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7pPr>
    <a:lvl8pPr marL="4340754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8pPr>
    <a:lvl9pPr marL="4960862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ED3828F-1188-1012-DF89-7392A2B89AB2}"/>
              </a:ext>
            </a:extLst>
          </p:cNvPr>
          <p:cNvSpPr/>
          <p:nvPr userDrawn="1"/>
        </p:nvSpPr>
        <p:spPr>
          <a:xfrm>
            <a:off x="-1" y="1868851"/>
            <a:ext cx="12188825" cy="292527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681" tIns="60840" rIns="121681" bIns="60840" rtlCol="0" anchor="ctr"/>
          <a:lstStyle/>
          <a:p>
            <a:pPr algn="ctr"/>
            <a:endParaRPr lang="zh-CN" altLang="en-US" sz="2938" dirty="0"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CE9F878-83CB-9083-8979-4E8F1D7A5642}"/>
              </a:ext>
            </a:extLst>
          </p:cNvPr>
          <p:cNvCxnSpPr/>
          <p:nvPr userDrawn="1"/>
        </p:nvCxnSpPr>
        <p:spPr>
          <a:xfrm>
            <a:off x="2392383" y="3331491"/>
            <a:ext cx="740405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5">
            <a:extLst>
              <a:ext uri="{FF2B5EF4-FFF2-40B4-BE49-F238E27FC236}">
                <a16:creationId xmlns:a16="http://schemas.microsoft.com/office/drawing/2014/main" id="{132C690D-8AC6-C104-1EAA-CA39BA972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349" y="140754"/>
            <a:ext cx="1758151" cy="1727125"/>
          </a:xfrm>
          <a:prstGeom prst="rect">
            <a:avLst/>
          </a:prstGeom>
        </p:spPr>
      </p:pic>
      <p:sp>
        <p:nvSpPr>
          <p:cNvPr id="22" name="Title">
            <a:extLst>
              <a:ext uri="{FF2B5EF4-FFF2-40B4-BE49-F238E27FC236}">
                <a16:creationId xmlns:a16="http://schemas.microsoft.com/office/drawing/2014/main" id="{7A0C79DE-DBE8-D521-FFD0-F70E5455E3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824" y="2355231"/>
            <a:ext cx="10801199" cy="886084"/>
          </a:xfrm>
        </p:spPr>
        <p:txBody>
          <a:bodyPr/>
          <a:lstStyle>
            <a:lvl1pPr algn="ctr">
              <a:buNone/>
              <a:defRPr lang="zh-CN" altLang="en-US" sz="2708" b="1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ctr"/>
            <a:endParaRPr lang="zh-CN" altLang="en-US" sz="2708" b="1" dirty="0" err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Title_chinese">
            <a:extLst>
              <a:ext uri="{FF2B5EF4-FFF2-40B4-BE49-F238E27FC236}">
                <a16:creationId xmlns:a16="http://schemas.microsoft.com/office/drawing/2014/main" id="{505AD661-3C63-162F-3AD9-3F6CC5CC63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2824" y="3491887"/>
            <a:ext cx="10801199" cy="976259"/>
          </a:xfrm>
        </p:spPr>
        <p:txBody>
          <a:bodyPr/>
          <a:lstStyle>
            <a:lvl1pPr algn="ctr">
              <a:buNone/>
              <a:defRPr lang="zh-CN" altLang="en-US" sz="3250" b="1" kern="12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ctr"/>
            <a:endParaRPr lang="zh-CN" altLang="en-US" sz="2708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Reporter">
            <a:extLst>
              <a:ext uri="{FF2B5EF4-FFF2-40B4-BE49-F238E27FC236}">
                <a16:creationId xmlns:a16="http://schemas.microsoft.com/office/drawing/2014/main" id="{89814E04-7770-211B-836A-7E556CFE2C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17948" y="4884307"/>
            <a:ext cx="9001000" cy="360363"/>
          </a:xfrm>
        </p:spPr>
        <p:txBody>
          <a:bodyPr/>
          <a:lstStyle>
            <a:lvl1pPr algn="ctr">
              <a:buNone/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lang="zh-CN" altLang="en-US" sz="2437" kern="12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endParaRPr lang="en-US" altLang="zh-CN" sz="2437" dirty="0">
              <a:solidFill>
                <a:srgbClr val="1737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Date">
            <a:extLst>
              <a:ext uri="{FF2B5EF4-FFF2-40B4-BE49-F238E27FC236}">
                <a16:creationId xmlns:a16="http://schemas.microsoft.com/office/drawing/2014/main" id="{9B38BAC3-D506-5132-79B2-524A186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78286" y="6381328"/>
            <a:ext cx="2988333" cy="360363"/>
          </a:xfrm>
        </p:spPr>
        <p:txBody>
          <a:bodyPr/>
          <a:lstStyle>
            <a:lvl1pPr algn="ctr">
              <a:buNone/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lang="zh-CN" altLang="en-US" sz="2437" kern="12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endParaRPr lang="en-US" altLang="zh-CN" sz="2437" dirty="0">
              <a:solidFill>
                <a:srgbClr val="1737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056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6D8BB51-9AE1-9B01-B6FE-D3BBE1E70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276" y="44624"/>
            <a:ext cx="2998068" cy="650619"/>
          </a:xfrm>
          <a:prstGeom prst="rect">
            <a:avLst/>
          </a:prstGeom>
        </p:spPr>
      </p:pic>
      <p:sp>
        <p:nvSpPr>
          <p:cNvPr id="3" name="Bullets">
            <a:extLst>
              <a:ext uri="{FF2B5EF4-FFF2-40B4-BE49-F238E27FC236}">
                <a16:creationId xmlns:a16="http://schemas.microsoft.com/office/drawing/2014/main" id="{41646A90-9A8C-5357-6823-0915BA466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0000" y="2060848"/>
            <a:ext cx="9648824" cy="403264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7F03C3C-8345-AE11-5974-5DB0244845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9999" y="1052513"/>
            <a:ext cx="9648825" cy="863600"/>
          </a:xfrm>
        </p:spPr>
        <p:txBody>
          <a:bodyPr>
            <a:normAutofit/>
          </a:bodyPr>
          <a:lstStyle>
            <a:lvl1pPr algn="ctr">
              <a:defRPr sz="3600" b="1"/>
            </a:lvl1pPr>
            <a:lvl2pPr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8092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urnal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ullets">
            <a:extLst>
              <a:ext uri="{FF2B5EF4-FFF2-40B4-BE49-F238E27FC236}">
                <a16:creationId xmlns:a16="http://schemas.microsoft.com/office/drawing/2014/main" id="{511867E2-C1B6-2091-6A0D-C4E19E3ADF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818" y="5301208"/>
            <a:ext cx="11274209" cy="1223963"/>
          </a:xfrm>
        </p:spPr>
        <p:txBody>
          <a:bodyPr/>
          <a:lstStyle>
            <a:lvl1pPr marL="228531" marR="0" indent="-228531" algn="l" defTabSz="9141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altLang="zh-CN" sz="1400" b="0" i="0" u="none" strike="noStrike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1400" b="0" i="0" u="none" strike="noStrike" kern="1200" dirty="0" smtClean="0">
                <a:solidFill>
                  <a:schemeClr val="tx1"/>
                </a:solidFill>
                <a:effectLst/>
                <a:latin typeface="HelveticaNeue Regular"/>
                <a:ea typeface="+mn-ea"/>
                <a:cs typeface="+mn-cs"/>
              </a:defRPr>
            </a:lvl2pPr>
            <a:lvl3pPr>
              <a:defRPr lang="zh-CN" altLang="en-US" sz="1400" b="0" i="0" u="none" strike="noStrike" kern="1200" dirty="0" smtClean="0">
                <a:solidFill>
                  <a:schemeClr val="tx1"/>
                </a:solidFill>
                <a:effectLst/>
                <a:latin typeface="HelveticaNeue Regular"/>
                <a:ea typeface="+mn-ea"/>
                <a:cs typeface="+mn-cs"/>
              </a:defRPr>
            </a:lvl3pPr>
            <a:lvl4pPr>
              <a:defRPr lang="zh-CN" altLang="en-US" sz="1400" b="0" i="0" u="none" strike="noStrike" kern="1200" dirty="0" smtClean="0">
                <a:solidFill>
                  <a:schemeClr val="tx1"/>
                </a:solidFill>
                <a:effectLst/>
                <a:latin typeface="HelveticaNeue Regular"/>
                <a:ea typeface="+mn-ea"/>
                <a:cs typeface="+mn-cs"/>
              </a:defRPr>
            </a:lvl4pPr>
          </a:lstStyle>
          <a:p>
            <a:endParaRPr lang="pt-PT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F756EB-37FE-150B-E289-A936B3730CB8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29CB1B-331D-EB9A-0757-74B9694A6134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 1" descr="数字1">
            <a:extLst>
              <a:ext uri="{FF2B5EF4-FFF2-40B4-BE49-F238E27FC236}">
                <a16:creationId xmlns:a16="http://schemas.microsoft.com/office/drawing/2014/main" id="{001C93EF-6E42-3F5E-CAF6-EFF4CED988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3" y="0"/>
            <a:ext cx="1125861" cy="1125861"/>
          </a:xfrm>
          <a:prstGeom prst="rect">
            <a:avLst/>
          </a:prstGeom>
        </p:spPr>
      </p:pic>
      <p:sp>
        <p:nvSpPr>
          <p:cNvPr id="6" name="Subtitle">
            <a:extLst>
              <a:ext uri="{FF2B5EF4-FFF2-40B4-BE49-F238E27FC236}">
                <a16:creationId xmlns:a16="http://schemas.microsoft.com/office/drawing/2014/main" id="{BB485E8A-4A24-5DC2-CF26-6D8C95B6A0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Image">
            <a:extLst>
              <a:ext uri="{FF2B5EF4-FFF2-40B4-BE49-F238E27FC236}">
                <a16:creationId xmlns:a16="http://schemas.microsoft.com/office/drawing/2014/main" id="{9A1ED531-931A-76A2-E208-0FBE69799D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125" y="908050"/>
            <a:ext cx="11201400" cy="4176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81370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3CAFF-726A-1335-DD7A-357564DBDCDB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CC78-A4C0-162B-5B0A-764E3582DA0E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0" name="图片 3" descr="数字2">
            <a:extLst>
              <a:ext uri="{FF2B5EF4-FFF2-40B4-BE49-F238E27FC236}">
                <a16:creationId xmlns:a16="http://schemas.microsoft.com/office/drawing/2014/main" id="{42878817-6329-0404-1009-5C2FD2147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0652" y="-1"/>
            <a:ext cx="1052737" cy="1052737"/>
          </a:xfrm>
          <a:prstGeom prst="rect">
            <a:avLst/>
          </a:prstGeom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88E02529-C16A-132C-EA4E-CAD12F0C54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436" y="1052737"/>
            <a:ext cx="5724017" cy="54718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s">
            <a:extLst>
              <a:ext uri="{FF2B5EF4-FFF2-40B4-BE49-F238E27FC236}">
                <a16:creationId xmlns:a16="http://schemas.microsoft.com/office/drawing/2014/main" id="{892A7DB0-7D29-25CD-31C2-4C0BFC29D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6"/>
            <a:ext cx="5832475" cy="547188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F2C5D50-6122-3DEF-5166-9F43FD03C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45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Wid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3CAFF-726A-1335-DD7A-357564DBDCDB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CC78-A4C0-162B-5B0A-764E3582DA0E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0" name="图片 3" descr="数字2">
            <a:extLst>
              <a:ext uri="{FF2B5EF4-FFF2-40B4-BE49-F238E27FC236}">
                <a16:creationId xmlns:a16="http://schemas.microsoft.com/office/drawing/2014/main" id="{42878817-6329-0404-1009-5C2FD2147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0652" y="-1"/>
            <a:ext cx="1052737" cy="1052737"/>
          </a:xfrm>
          <a:prstGeom prst="rect">
            <a:avLst/>
          </a:prstGeom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88E02529-C16A-132C-EA4E-CAD12F0C54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1938" y="3429000"/>
            <a:ext cx="11772515" cy="309562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s">
            <a:extLst>
              <a:ext uri="{FF2B5EF4-FFF2-40B4-BE49-F238E27FC236}">
                <a16:creationId xmlns:a16="http://schemas.microsoft.com/office/drawing/2014/main" id="{892A7DB0-7D29-25CD-31C2-4C0BFC29D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7"/>
            <a:ext cx="11772515" cy="23042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F2C5D50-6122-3DEF-5166-9F43FD03C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946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Imag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3CAFF-726A-1335-DD7A-357564DBDCDB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CC78-A4C0-162B-5B0A-764E3582DA0E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0" name="图片 3" descr="数字2">
            <a:extLst>
              <a:ext uri="{FF2B5EF4-FFF2-40B4-BE49-F238E27FC236}">
                <a16:creationId xmlns:a16="http://schemas.microsoft.com/office/drawing/2014/main" id="{42878817-6329-0404-1009-5C2FD2147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0652" y="-1"/>
            <a:ext cx="1052737" cy="1052737"/>
          </a:xfrm>
          <a:prstGeom prst="rect">
            <a:avLst/>
          </a:prstGeom>
        </p:spPr>
      </p:pic>
      <p:sp>
        <p:nvSpPr>
          <p:cNvPr id="14" name="Image">
            <a:extLst>
              <a:ext uri="{FF2B5EF4-FFF2-40B4-BE49-F238E27FC236}">
                <a16:creationId xmlns:a16="http://schemas.microsoft.com/office/drawing/2014/main" id="{892A7DB0-7D29-25CD-31C2-4C0BFC29D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6"/>
            <a:ext cx="11665122" cy="547188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endParaRPr lang="zh-CN" alt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75D45CE-50C8-FACE-4AE5-4D00BD16FF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3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Text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3CAFF-726A-1335-DD7A-357564DBDCDB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CC78-A4C0-162B-5B0A-764E3582DA0E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0" name="图片 3" descr="数字2">
            <a:extLst>
              <a:ext uri="{FF2B5EF4-FFF2-40B4-BE49-F238E27FC236}">
                <a16:creationId xmlns:a16="http://schemas.microsoft.com/office/drawing/2014/main" id="{42878817-6329-0404-1009-5C2FD2147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0652" y="-1"/>
            <a:ext cx="1052737" cy="1052737"/>
          </a:xfrm>
          <a:prstGeom prst="rect">
            <a:avLst/>
          </a:prstGeom>
        </p:spPr>
      </p:pic>
      <p:sp>
        <p:nvSpPr>
          <p:cNvPr id="14" name="Bullets">
            <a:extLst>
              <a:ext uri="{FF2B5EF4-FFF2-40B4-BE49-F238E27FC236}">
                <a16:creationId xmlns:a16="http://schemas.microsoft.com/office/drawing/2014/main" id="{892A7DB0-7D29-25CD-31C2-4C0BFC29D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6"/>
            <a:ext cx="11665122" cy="547188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endParaRPr lang="zh-CN" alt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75D45CE-50C8-FACE-4AE5-4D00BD16FF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93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4" descr="数字3">
            <a:extLst>
              <a:ext uri="{FF2B5EF4-FFF2-40B4-BE49-F238E27FC236}">
                <a16:creationId xmlns:a16="http://schemas.microsoft.com/office/drawing/2014/main" id="{343A32AE-7B25-C3CD-FCB3-E48696DDF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269" y="44624"/>
            <a:ext cx="1080120" cy="1080120"/>
          </a:xfrm>
          <a:prstGeom prst="rect">
            <a:avLst/>
          </a:prstGeom>
        </p:spPr>
      </p:pic>
      <p:sp>
        <p:nvSpPr>
          <p:cNvPr id="10" name="Image">
            <a:extLst>
              <a:ext uri="{FF2B5EF4-FFF2-40B4-BE49-F238E27FC236}">
                <a16:creationId xmlns:a16="http://schemas.microsoft.com/office/drawing/2014/main" id="{B1F9197E-0221-9983-DD2A-F1EF7C9059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436" y="1052737"/>
            <a:ext cx="5724017" cy="54718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Bullets">
            <a:extLst>
              <a:ext uri="{FF2B5EF4-FFF2-40B4-BE49-F238E27FC236}">
                <a16:creationId xmlns:a16="http://schemas.microsoft.com/office/drawing/2014/main" id="{1BF65B38-25CA-0293-049B-C0B10526B5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6"/>
            <a:ext cx="5832475" cy="547188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FC2B57F-6BA1-90AC-F3AB-8D18D1A2D3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6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_Wid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4" descr="数字3">
            <a:extLst>
              <a:ext uri="{FF2B5EF4-FFF2-40B4-BE49-F238E27FC236}">
                <a16:creationId xmlns:a16="http://schemas.microsoft.com/office/drawing/2014/main" id="{343A32AE-7B25-C3CD-FCB3-E48696DDF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269" y="44624"/>
            <a:ext cx="1080120" cy="1080120"/>
          </a:xfrm>
          <a:prstGeom prst="rect">
            <a:avLst/>
          </a:prstGeom>
        </p:spPr>
      </p:pic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593513" cy="266394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97646A1-A7D9-4B9C-A4DB-2AD193E731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C1629BF3-8595-8F9F-5B83-F085F31812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3375" y="3717033"/>
            <a:ext cx="11593513" cy="2736156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4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_Imag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4" descr="数字3">
            <a:extLst>
              <a:ext uri="{FF2B5EF4-FFF2-40B4-BE49-F238E27FC236}">
                <a16:creationId xmlns:a16="http://schemas.microsoft.com/office/drawing/2014/main" id="{343A32AE-7B25-C3CD-FCB3-E48696DDF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269" y="44624"/>
            <a:ext cx="1080120" cy="1080120"/>
          </a:xfrm>
          <a:prstGeom prst="rect">
            <a:avLst/>
          </a:prstGeom>
        </p:spPr>
      </p:pic>
      <p:sp>
        <p:nvSpPr>
          <p:cNvPr id="3" name="Image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593513" cy="5616575"/>
          </a:xfrm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14AD2CF-BCB1-47FD-F0DC-E9E71E95E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3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_Text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4" descr="数字3">
            <a:extLst>
              <a:ext uri="{FF2B5EF4-FFF2-40B4-BE49-F238E27FC236}">
                <a16:creationId xmlns:a16="http://schemas.microsoft.com/office/drawing/2014/main" id="{343A32AE-7B25-C3CD-FCB3-E48696DDF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269" y="44624"/>
            <a:ext cx="1080120" cy="1080120"/>
          </a:xfrm>
          <a:prstGeom prst="rect">
            <a:avLst/>
          </a:prstGeom>
        </p:spPr>
      </p:pic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593513" cy="56165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14AD2CF-BCB1-47FD-F0DC-E9E71E95E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790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Left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5905053" cy="56165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10" name="BulletsRight">
            <a:extLst>
              <a:ext uri="{FF2B5EF4-FFF2-40B4-BE49-F238E27FC236}">
                <a16:creationId xmlns:a16="http://schemas.microsoft.com/office/drawing/2014/main" id="{28F32B73-4F84-8ED6-BB32-4E7F69ECF4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0313" y="981075"/>
            <a:ext cx="5616575" cy="5616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8C972C78-2842-7286-F86C-1375E41862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21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ment_Wid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449669" cy="28079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9" name="Image">
            <a:extLst>
              <a:ext uri="{FF2B5EF4-FFF2-40B4-BE49-F238E27FC236}">
                <a16:creationId xmlns:a16="http://schemas.microsoft.com/office/drawing/2014/main" id="{E62C8759-4500-2BD0-6248-97101D13A0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3375" y="3933057"/>
            <a:ext cx="11449050" cy="2664594"/>
          </a:xfrm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754C82FA-A568-1BCD-1479-0D5CAC86E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174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ment_Imag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Image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765" y="1052736"/>
            <a:ext cx="11737304" cy="5664828"/>
          </a:xfrm>
        </p:spPr>
        <p:txBody>
          <a:bodyPr/>
          <a:lstStyle>
            <a:lvl3pPr>
              <a:buNone/>
              <a:defRPr/>
            </a:lvl3pPr>
          </a:lstStyle>
          <a:p>
            <a:pPr lvl="0"/>
            <a:endParaRPr lang="zh-CN" altLang="en-US" dirty="0"/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8" name="Subtitle">
            <a:extLst>
              <a:ext uri="{FF2B5EF4-FFF2-40B4-BE49-F238E27FC236}">
                <a16:creationId xmlns:a16="http://schemas.microsoft.com/office/drawing/2014/main" id="{9C04B243-1617-68AF-C055-6173BCE1A8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54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ment_Text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765" y="1052736"/>
            <a:ext cx="11737304" cy="5664828"/>
          </a:xfrm>
        </p:spPr>
        <p:txBody>
          <a:bodyPr/>
          <a:lstStyle>
            <a:lvl3pPr>
              <a:buNone/>
              <a:defRPr/>
            </a:lvl3pPr>
          </a:lstStyle>
          <a:p>
            <a:pPr lvl="0"/>
            <a:endParaRPr lang="zh-CN" altLang="en-US" dirty="0"/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8" name="Subtitle">
            <a:extLst>
              <a:ext uri="{FF2B5EF4-FFF2-40B4-BE49-F238E27FC236}">
                <a16:creationId xmlns:a16="http://schemas.microsoft.com/office/drawing/2014/main" id="{9C04B243-1617-68AF-C055-6173BCE1A8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937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5473005" cy="573648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5" name="Image">
            <a:extLst>
              <a:ext uri="{FF2B5EF4-FFF2-40B4-BE49-F238E27FC236}">
                <a16:creationId xmlns:a16="http://schemas.microsoft.com/office/drawing/2014/main" id="{89074DE3-7A63-FA6F-0B3C-90346D7075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78388" y="981075"/>
            <a:ext cx="5904037" cy="56721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9374FCDF-D8BD-8458-8549-C2EACD2888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116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521677" cy="573648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CB764D-AFAB-3F71-5C9E-035F94A05A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964" y="57770"/>
            <a:ext cx="1125861" cy="1132458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8A66047E-5BFB-8B77-47A3-5F457498FD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2407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_Image&amp;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764" y="981075"/>
            <a:ext cx="5545013" cy="56824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CB764D-AFAB-3F71-5C9E-035F94A05A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964" y="57770"/>
            <a:ext cx="1125861" cy="1132458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8A66047E-5BFB-8B77-47A3-5F457498FD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Image">
            <a:extLst>
              <a:ext uri="{FF2B5EF4-FFF2-40B4-BE49-F238E27FC236}">
                <a16:creationId xmlns:a16="http://schemas.microsoft.com/office/drawing/2014/main" id="{FE00173C-95FE-4DDA-6010-B03334D25E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9950" y="981075"/>
            <a:ext cx="5905500" cy="5683250"/>
          </a:xfrm>
        </p:spPr>
        <p:txBody>
          <a:bodyPr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0629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38DA36-5165-40E6-5994-1D0BF58CBFDF}"/>
              </a:ext>
            </a:extLst>
          </p:cNvPr>
          <p:cNvSpPr/>
          <p:nvPr userDrawn="1"/>
        </p:nvSpPr>
        <p:spPr>
          <a:xfrm>
            <a:off x="0" y="2020115"/>
            <a:ext cx="12188825" cy="281776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58" tIns="44929" rIns="89858" bIns="44929"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BF962C-8897-B738-6DEF-8682AC431BCC}"/>
              </a:ext>
            </a:extLst>
          </p:cNvPr>
          <p:cNvSpPr/>
          <p:nvPr userDrawn="1"/>
        </p:nvSpPr>
        <p:spPr>
          <a:xfrm>
            <a:off x="2479385" y="2693675"/>
            <a:ext cx="7230053" cy="829399"/>
          </a:xfrm>
          <a:prstGeom prst="rect">
            <a:avLst/>
          </a:prstGeom>
        </p:spPr>
        <p:txBody>
          <a:bodyPr wrap="square" lIns="89858" tIns="44929" rIns="89858" bIns="44929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D4AAA7A-1811-3335-D274-A02A1417B04A}"/>
              </a:ext>
            </a:extLst>
          </p:cNvPr>
          <p:cNvCxnSpPr>
            <a:cxnSpLocks/>
          </p:cNvCxnSpPr>
          <p:nvPr userDrawn="1"/>
        </p:nvCxnSpPr>
        <p:spPr>
          <a:xfrm>
            <a:off x="1917948" y="4005064"/>
            <a:ext cx="85675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11">
            <a:extLst>
              <a:ext uri="{FF2B5EF4-FFF2-40B4-BE49-F238E27FC236}">
                <a16:creationId xmlns:a16="http://schemas.microsoft.com/office/drawing/2014/main" id="{57689FB2-8768-294E-92B6-78748FDCC34F}"/>
              </a:ext>
            </a:extLst>
          </p:cNvPr>
          <p:cNvSpPr/>
          <p:nvPr userDrawn="1"/>
        </p:nvSpPr>
        <p:spPr>
          <a:xfrm>
            <a:off x="4754395" y="3789040"/>
            <a:ext cx="2894682" cy="432048"/>
          </a:xfrm>
          <a:prstGeom prst="roundRect">
            <a:avLst/>
          </a:prstGeom>
          <a:solidFill>
            <a:srgbClr val="17375E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29" tIns="44914" rIns="89829" bIns="44914" rtlCol="0" anchor="ctr"/>
          <a:lstStyle/>
          <a:p>
            <a:pPr algn="ctr" defTabSz="897890"/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448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5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2026/5/27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8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7" r:id="rId4"/>
    <p:sldLayoutId id="2147483681" r:id="rId5"/>
    <p:sldLayoutId id="2147483680" r:id="rId6"/>
    <p:sldLayoutId id="2147483682" r:id="rId7"/>
    <p:sldLayoutId id="2147483669" r:id="rId8"/>
    <p:sldLayoutId id="2147483672" r:id="rId9"/>
    <p:sldLayoutId id="2147483683" r:id="rId10"/>
    <p:sldLayoutId id="2147483670" r:id="rId11"/>
    <p:sldLayoutId id="2147483673" r:id="rId12"/>
    <p:sldLayoutId id="2147483674" r:id="rId13"/>
    <p:sldLayoutId id="2147483676" r:id="rId14"/>
    <p:sldLayoutId id="2147483684" r:id="rId15"/>
    <p:sldLayoutId id="2147483677" r:id="rId16"/>
    <p:sldLayoutId id="2147483678" r:id="rId17"/>
    <p:sldLayoutId id="2147483685" r:id="rId18"/>
    <p:sldLayoutId id="2147483679" r:id="rId19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60b31f6-63ec-4181-8b1c-56fa4715f280"/>
  <p:tag name="COMMONDATA" val="eyJoZGlkIjoiYjZjMTcyMWY1M2RiYmI2OGE1OGQwYTY4OThjMzVkMTYifQ=="/>
</p:tagLst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Inter" panose="020F0302020204030204"/>
        <a:ea typeface="Source Han Sans CN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 panose="020F0502020204030204"/>
        <a:ea typeface="Source Han Sans CN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0</Words>
  <Application>Microsoft Office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8" baseType="lpstr">
      <vt:lpstr>HelveticaNeue Regular</vt:lpstr>
      <vt:lpstr>Inter</vt:lpstr>
      <vt:lpstr>等线</vt:lpstr>
      <vt:lpstr>Microsoft YaHei</vt:lpstr>
      <vt:lpstr>Microsoft YaHei</vt:lpstr>
      <vt:lpstr>Arial</vt:lpstr>
      <vt:lpstr>Times New Roman</vt:lpstr>
      <vt:lpstr>Office 2013 - 2022 主题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http:/www.ypppt.com</cp:keywords>
  <cp:lastModifiedBy>xiaohan wu</cp:lastModifiedBy>
  <cp:revision>39</cp:revision>
  <dcterms:created xsi:type="dcterms:W3CDTF">2018-04-25T07:52:00Z</dcterms:created>
  <dcterms:modified xsi:type="dcterms:W3CDTF">2026-05-27T11:30:09Z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2052-12.1.0.18276</vt:lpwstr>
  </property>
  <property fmtid="{D5CDD505-2E9C-101B-9397-08002B2CF9AE}" pid="4" name="ICV">
    <vt:lpwstr>484358E99EC946D6B8A0C0F1C714EE37_13</vt:lpwstr>
  </property>
</Properties>
</file>